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listings fall in the budget to mid-range segment, with a long tail of luxury listings.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Entire homes command significantly higher prices than private or shared rooms.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Manhattan and Brooklyn dominate Airbnb supply in NYC.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Price shows weak relationship with availability, indicating demand-driven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frequency strongly correlates with total reviews, not with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Manhattan has the highest average prices, followed by Brooklyn.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Airbnb NYC 2019 – Data Analysis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Exploratory Data Analysis of Airbnb Listings</a:t>
            </a:r>
          </a:p>
          <a:p>
            <a:r>
              <a:t>Prepared for Management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Overview</a:t>
            </a:r>
          </a:p>
          <a:p>
            <a:r>
              <a:t>• Pricing Distribution</a:t>
            </a:r>
          </a:p>
          <a:p>
            <a:r>
              <a:t>• Room Type Analysis</a:t>
            </a:r>
          </a:p>
          <a:p>
            <a:r>
              <a:t>• Borough-Level Insights</a:t>
            </a:r>
          </a:p>
          <a:p>
            <a:r>
              <a:t>• Availability &amp; Demand</a:t>
            </a:r>
          </a:p>
          <a:p>
            <a:r>
              <a:t>• Key Business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Price Distribution of Listings</a:t>
            </a:r>
          </a:p>
        </p:txBody>
      </p:sp>
      <p:pic>
        <p:nvPicPr>
          <p:cNvPr id="4" name="Picture 3" descr="Screenshot 2026-02-10 000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3227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Price by Room Type</a:t>
            </a:r>
          </a:p>
        </p:txBody>
      </p:sp>
      <p:pic>
        <p:nvPicPr>
          <p:cNvPr id="4" name="Picture 3" descr="Screenshot 2026-02-10 000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3742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Number of Listings by Borough</a:t>
            </a:r>
          </a:p>
        </p:txBody>
      </p:sp>
      <p:pic>
        <p:nvPicPr>
          <p:cNvPr id="4" name="Picture 3" descr="Screenshot 2026-02-10 000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3613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Availability vs Price</a:t>
            </a:r>
          </a:p>
        </p:txBody>
      </p:sp>
      <p:pic>
        <p:nvPicPr>
          <p:cNvPr id="4" name="Picture 3" descr="Screenshot 2026-02-10 0003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3742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Correlation Analysis</a:t>
            </a:r>
          </a:p>
        </p:txBody>
      </p:sp>
      <p:pic>
        <p:nvPicPr>
          <p:cNvPr id="4" name="Picture 3" descr="Screenshot 2026-02-10 0004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3613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Average Price by Borough</a:t>
            </a:r>
          </a:p>
        </p:txBody>
      </p:sp>
      <p:pic>
        <p:nvPicPr>
          <p:cNvPr id="4" name="Picture 3" descr="Screenshot 2026-02-10 0003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3699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Location and room type are the strongest price drivers</a:t>
            </a:r>
          </a:p>
          <a:p>
            <a:r>
              <a:t>• Entire home listings dominate premium pricing</a:t>
            </a:r>
          </a:p>
          <a:p>
            <a:r>
              <a:t>• Demand indicators outperform price in explaining engagement</a:t>
            </a:r>
          </a:p>
          <a:p>
            <a:r>
              <a:t>• Brooklyn offers strong value relative to Manhattan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